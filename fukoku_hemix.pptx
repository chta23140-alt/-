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5486400" cy="5486400"/>
          </a:xfrm>
          <a:prstGeom prst="ellipse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3200400"/>
            <a:ext cx="3657600" cy="3657600"/>
          </a:xfrm>
          <a:prstGeom prst="ellipse">
            <a:avLst/>
          </a:prstGeom>
          <a:solidFill>
            <a:srgbClr val="00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eiryo"/>
              </a:rPr>
              <a:t>フコクhemix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BD6FF"/>
                </a:solidFill>
                <a:latin typeface="Meiryo"/>
              </a:rPr>
              <a:t>株式会社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45720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E5FF"/>
                </a:solidFill>
                <a:latin typeface="Meiryo"/>
              </a:rPr>
              <a:t>化学の力で、未来をひらく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AADD"/>
                </a:solidFill>
                <a:latin typeface="Meiryo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会社概要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77"/>
                </a:solidFill>
                <a:latin typeface="Meiryo"/>
              </a:rPr>
              <a:t>フコクhemix株式会社は、高機能化学品の研究・開発・製造・販売を行う専門メーカーです。
創業以来、化学の力で社会課題を解決し、持続可能な社会の実現に貢献しています。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5394960" cy="1005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7A8"/>
                </a:solidFill>
                <a:latin typeface="Meiryo"/>
              </a:rPr>
              <a:t>会社名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eiryo"/>
              </a:rPr>
              <a:t>フコクhemix株式会社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394960" cy="1005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7A8"/>
                </a:solidFill>
                <a:latin typeface="Meiryo"/>
              </a:rPr>
              <a:t>設立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16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eiryo"/>
              </a:rPr>
              <a:t>1975年4月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394960" cy="1005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7A8"/>
                </a:solidFill>
                <a:latin typeface="Meiryo"/>
              </a:rPr>
              <a:t>資本金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96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eiryo"/>
              </a:rPr>
              <a:t>5億円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57600"/>
            <a:ext cx="5394960" cy="1005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7A8"/>
                </a:solidFill>
                <a:latin typeface="Meiryo"/>
              </a:rPr>
              <a:t>従業員数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96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eiryo"/>
              </a:rPr>
              <a:t>850名（2024年4月現在）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5394960" cy="1005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7A8"/>
                </a:solidFill>
                <a:latin typeface="Meiryo"/>
              </a:rPr>
              <a:t>本社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eiryo"/>
              </a:rPr>
              <a:t>東京都千代田区丸の内1-1-1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937760"/>
            <a:ext cx="5394960" cy="1005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7A8"/>
                </a:solidFill>
                <a:latin typeface="Meiryo"/>
              </a:rPr>
              <a:t>事業内容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eiryo"/>
              </a:rPr>
              <a:t>化学品の製造・販売、研究開発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数字で見るフコクhemix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3D7A"/>
                </a:solidFill>
                <a:latin typeface="Meiryo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57A8"/>
                </a:solidFill>
                <a:latin typeface="Meiryo"/>
              </a:rPr>
              <a:t>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77"/>
                </a:solidFill>
                <a:latin typeface="Meiryo"/>
              </a:rPr>
              <a:t>創業からの歴史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560320" cy="109728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3D7A"/>
                </a:solidFill>
                <a:latin typeface="Meiryo"/>
              </a:rPr>
              <a:t>1,200+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57A8"/>
                </a:solidFill>
                <a:latin typeface="Meiryo"/>
              </a:rPr>
              <a:t>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77"/>
                </a:solidFill>
                <a:latin typeface="Meiryo"/>
              </a:rPr>
              <a:t>取引先企業数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560320" cy="109728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3D7A"/>
                </a:solidFill>
                <a:latin typeface="Meiryo"/>
              </a:rPr>
              <a:t>300+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57A8"/>
                </a:solidFill>
                <a:latin typeface="Meiryo"/>
              </a:rPr>
              <a:t>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77"/>
                </a:solidFill>
                <a:latin typeface="Meiryo"/>
              </a:rPr>
              <a:t>製品ラインナップ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371600"/>
            <a:ext cx="2560320" cy="109728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3D7A"/>
                </a:solidFill>
                <a:latin typeface="Meiryo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57A8"/>
                </a:solidFill>
                <a:latin typeface="Meiryo"/>
              </a:rPr>
              <a:t>拠点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77"/>
                </a:solidFill>
                <a:latin typeface="Meiryo"/>
              </a:rPr>
              <a:t>国内外の拠点数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製品・サービス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0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2E"/>
                </a:solidFill>
                <a:latin typeface="Meiryo"/>
              </a:rP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A"/>
                </a:solidFill>
                <a:latin typeface="Meiryo"/>
              </a:rPr>
              <a:t>機能性化学品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77"/>
                </a:solidFill>
                <a:latin typeface="Meiryo"/>
              </a:rPr>
              <a:t>各種産業向けの高機能化学品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474720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173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2E"/>
                </a:solidFill>
                <a:latin typeface="Meiryo"/>
              </a:rPr>
              <a:t>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A"/>
                </a:solidFill>
                <a:latin typeface="Meiryo"/>
              </a:rPr>
              <a:t>工業用薬品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14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77"/>
                </a:solidFill>
                <a:latin typeface="Meiryo"/>
              </a:rPr>
              <a:t>製造プロセス効率化・品質向上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474720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4173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2E"/>
                </a:solidFill>
                <a:latin typeface="Meiryo"/>
              </a:rPr>
              <a:t>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A"/>
                </a:solidFill>
                <a:latin typeface="Meiryo"/>
              </a:rPr>
              <a:t>環境対応製品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514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77"/>
                </a:solidFill>
                <a:latin typeface="Meiryo"/>
              </a:rPr>
              <a:t>グリーンケミストリー製品群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3474720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86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2E"/>
                </a:solidFill>
                <a:latin typeface="Meiryo"/>
              </a:rPr>
              <a:t>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A"/>
                </a:solidFill>
                <a:latin typeface="Meiryo"/>
              </a:rPr>
              <a:t>医薬・食品向け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834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77"/>
                </a:solidFill>
                <a:latin typeface="Meiryo"/>
              </a:rPr>
              <a:t>高純度・高品質の原料・添加物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474720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886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2E"/>
                </a:solidFill>
                <a:latin typeface="Meiryo"/>
              </a:rPr>
              <a:t>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526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A"/>
                </a:solidFill>
                <a:latin typeface="Meiryo"/>
              </a:rPr>
              <a:t>電子材料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9834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77"/>
                </a:solidFill>
                <a:latin typeface="Meiryo"/>
              </a:rPr>
              <a:t>半導体・ディスプレイ向け材料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749039"/>
            <a:ext cx="3474720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3886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2E"/>
                </a:solidFill>
                <a:latin typeface="Meiryo"/>
              </a:rPr>
              <a:t>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526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A"/>
                </a:solidFill>
                <a:latin typeface="Meiryo"/>
              </a:rPr>
              <a:t>カスタム合成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9834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77"/>
                </a:solidFill>
                <a:latin typeface="Meiryo"/>
              </a:rPr>
              <a:t>オーダーメイド化学品合成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技術力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10312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10312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19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57A8"/>
                </a:solidFill>
                <a:latin typeface="Meiry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先端合成技術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DD"/>
                </a:solidFill>
                <a:latin typeface="Meiryo"/>
              </a:rPr>
              <a:t>独自の触媒技術・精密合成技術により、高純度・高機能な化学品を効率よく製造します。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210312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73152" cy="210312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19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57A8"/>
                </a:solidFill>
                <a:latin typeface="Meiry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品質管理システム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DD"/>
                </a:solidFill>
                <a:latin typeface="Meiryo"/>
              </a:rPr>
              <a:t>ISO認証取得の品質管理体制で、お客様に安心・安全な製品をお届けします。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486400" cy="210312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73152" cy="210312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57A8"/>
                </a:solidFill>
                <a:latin typeface="Meiry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グリーンケミストリー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29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DD"/>
                </a:solidFill>
                <a:latin typeface="Meiryo"/>
              </a:rPr>
              <a:t>環境に配慮したプロセス開発・製品設計で、持続可能な化学産業を目指します。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486400" cy="210312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73152" cy="210312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57A8"/>
                </a:solidFill>
                <a:latin typeface="Meiry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分析・評価技術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029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DD"/>
                </a:solidFill>
                <a:latin typeface="Meiryo"/>
              </a:rPr>
              <a:t>最新の分析機器と専門知識により、製品の性能・安全性を徹底的に評価します。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00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eiryo"/>
              </a:rPr>
              <a:t>お問い合わせ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D6FF"/>
                </a:solidFill>
                <a:latin typeface="Meiryo"/>
              </a:rPr>
              <a:t>製品・サービスに関するご質問はお気軽にどうぞ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743200"/>
            <a:ext cx="2103120" cy="54864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3383280" cy="2560320"/>
          </a:xfrm>
          <a:prstGeom prst="rect">
            <a:avLst/>
          </a:prstGeom>
          <a:solidFill>
            <a:srgbClr val="00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CCFF"/>
                </a:solidFill>
                <a:latin typeface="Meiryo"/>
              </a:rPr>
              <a:t>📞 電話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03-1234-5678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  <a:latin typeface="Meiryo"/>
              </a:rPr>
              <a:t>平日 9:00〜17:30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3017520"/>
            <a:ext cx="3383280" cy="2560320"/>
          </a:xfrm>
          <a:prstGeom prst="rect">
            <a:avLst/>
          </a:prstGeom>
          <a:solidFill>
            <a:srgbClr val="00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CCFF"/>
                </a:solidFill>
                <a:latin typeface="Meiryo"/>
              </a:rPr>
              <a:t>✉️ メール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490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info@fukoku-hemix.co.jp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434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  <a:latin typeface="Meiryo"/>
              </a:rPr>
              <a:t>24時間受付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017520"/>
            <a:ext cx="3383280" cy="2560320"/>
          </a:xfrm>
          <a:prstGeom prst="rect">
            <a:avLst/>
          </a:prstGeom>
          <a:solidFill>
            <a:srgbClr val="00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CCFF"/>
                </a:solidFill>
                <a:latin typeface="Meiryo"/>
              </a:rPr>
              <a:t>📍 本社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490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東京都千代田区丸の内1-1-1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434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  <a:latin typeface="Meiryo"/>
              </a:rPr>
              <a:t>〒100-0005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1264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88BB"/>
                </a:solidFill>
                <a:latin typeface="Meiryo"/>
              </a:rPr>
              <a:t>フコクhemix株式会社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